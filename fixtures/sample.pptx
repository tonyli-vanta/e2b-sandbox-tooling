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E2B fixture PPTX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text with keyword DECK and number 999.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